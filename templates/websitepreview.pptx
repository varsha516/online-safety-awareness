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FE852-2EB3-6C47-E24D-DE08430B5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C27A6-98E0-D85C-C3E6-20C323422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CA102-0997-FF2B-B9F0-9E80FE0F7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C017-BC9C-4A06-95B9-DBC9CD208A68}" type="datetimeFigureOut">
              <a:rPr lang="en-IN" smtClean="0"/>
              <a:t>20/10/2025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4CB5-F956-6206-3526-5E0219557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14B6F-3055-B694-02A8-2756665B0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9EA-DCD0-418A-826B-E0AE8DD6E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94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4D5DE-BA30-370E-8557-DF311CC0B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54FA6-98D5-3C02-FB2C-62B0EF531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B113C-3AB9-0294-4DAD-7DE38BAA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C017-BC9C-4A06-95B9-DBC9CD208A68}" type="datetimeFigureOut">
              <a:rPr lang="en-IN" smtClean="0"/>
              <a:t>20/10/2025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13F5-B96A-FCCB-860C-E393BAD89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AA475-2E95-1DB5-6E86-623F90FC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9EA-DCD0-418A-826B-E0AE8DD6E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012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6945C-D680-229F-C6FC-9DC06B0DB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4C9FB-2D15-0316-81E4-B637359DC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75361-DF4D-898C-F9C3-AC035C37B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C017-BC9C-4A06-95B9-DBC9CD208A68}" type="datetimeFigureOut">
              <a:rPr lang="en-IN" smtClean="0"/>
              <a:t>20/10/2025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B56DD-3E9C-FC83-D9B3-C0C7C6FE5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381E2-EE13-750E-A84D-73498D05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9EA-DCD0-418A-826B-E0AE8DD6E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047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69159-1A94-3DFE-ADDA-FC2BD5C9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53B7-5830-EE7A-FDCF-F91CF033D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63F52-91A2-7E81-3C51-990176939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46AA9-85B2-5AFD-4627-93D58D835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C017-BC9C-4A06-95B9-DBC9CD208A68}" type="datetimeFigureOut">
              <a:rPr lang="en-IN" smtClean="0"/>
              <a:t>20/10/2025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A4C3F-AE07-48ED-BB15-C85AB35A3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5226A-DE90-7403-D877-AA04F92A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9EA-DCD0-418A-826B-E0AE8DD6E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60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3F4CA-4B82-1862-7006-4941DCDEC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A732D-D9A9-0D04-23BB-350FA84B9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FEE0C-A8F1-9B88-863A-2D3E9E363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A81C6B-1522-B4BF-B21B-A38A31BF6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DB28DC-6FDC-A49C-2675-7C9552BD3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67A227-8471-0C87-3078-A242D3AF1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C017-BC9C-4A06-95B9-DBC9CD208A68}" type="datetimeFigureOut">
              <a:rPr lang="en-IN" smtClean="0"/>
              <a:t>20/10/2025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9BF37E-7223-9E52-BFE1-1637C22F5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3A6FF8-095B-5C81-B0F5-D3D8FFFD6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9EA-DCD0-418A-826B-E0AE8DD6E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252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5C2CE-8BC8-DC5A-ED5D-BD7D401DC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842CB-A7AF-B2B1-F30F-219B7A33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C017-BC9C-4A06-95B9-DBC9CD208A68}" type="datetimeFigureOut">
              <a:rPr lang="en-IN" smtClean="0"/>
              <a:t>20/10/2025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6B8434-07CE-1220-E1C9-66C29D29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CF693B-29F2-B6D3-BEE4-01E11A7A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9EA-DCD0-418A-826B-E0AE8DD6E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25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A44649-ACFE-302E-B322-AB53E98E0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C017-BC9C-4A06-95B9-DBC9CD208A68}" type="datetimeFigureOut">
              <a:rPr lang="en-IN" smtClean="0"/>
              <a:t>20/10/2025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AFB16E-E1B6-9C34-C505-FC42A980C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C01E1-867C-8BA6-1367-6FA874758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9EA-DCD0-418A-826B-E0AE8DD6E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771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BC7B-3E85-FD61-C816-E5E29D02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164DF-CAD2-E5AC-236E-AB14A29C1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2C56D-8E48-3A3C-B8DB-A045D3C1F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C11FF-C776-BC2C-5542-663998AB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C017-BC9C-4A06-95B9-DBC9CD208A68}" type="datetimeFigureOut">
              <a:rPr lang="en-IN" smtClean="0"/>
              <a:t>20/10/2025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A7AC9-C1D6-B4B1-3082-0D26D088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2CB36-A908-043E-7DE8-9D2ECB2EE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9EA-DCD0-418A-826B-E0AE8DD6E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992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654E-4343-2D4B-EE8F-C3591E750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2E2C5-8730-2F13-5042-74436498A5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D5AE0-EFAB-5287-A154-0D79E10B7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57226-A80A-A348-8682-ABC5F7D8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C017-BC9C-4A06-95B9-DBC9CD208A68}" type="datetimeFigureOut">
              <a:rPr lang="en-IN" smtClean="0"/>
              <a:t>20/10/2025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81F71-FF47-12A1-750E-569F9A0C7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CF7DF-F758-00E3-3C78-11FCC836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9EA-DCD0-418A-826B-E0AE8DD6E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0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7539-FD6F-98F8-2A46-81A107F74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FB3778-3BA4-6FDB-3D3B-4BCBD128B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8DE40-B189-06D0-DC87-24D2EE55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C017-BC9C-4A06-95B9-DBC9CD208A68}" type="datetimeFigureOut">
              <a:rPr lang="en-IN" smtClean="0"/>
              <a:t>20/10/2025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9E5F3-DD19-8A40-CF58-5AF7DEDE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B6AE2-52C2-D485-DB2E-28ADE526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9EA-DCD0-418A-826B-E0AE8DD6E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41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9C6AE9-C3A0-1CF3-8AB6-9ECB96DF57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65DDB-ECDB-D090-893D-E5DB1A761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68F0B-213E-AF03-480C-3D9944F03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C017-BC9C-4A06-95B9-DBC9CD208A68}" type="datetimeFigureOut">
              <a:rPr lang="en-IN" smtClean="0"/>
              <a:t>20/10/2025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7C145-4DE2-8888-47CF-A427FD1A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65EB8-9524-22D7-BA08-28E327162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9EA-DCD0-418A-826B-E0AE8DD6E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8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8CE423-53C5-5D59-EDDC-3F4332B43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F2CEF-59C8-66C3-80E9-A96E07C7C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4EB77-A0DA-CA61-34EF-4D6102869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FC017-BC9C-4A06-95B9-DBC9CD208A68}" type="datetimeFigureOut">
              <a:rPr lang="en-IN" smtClean="0"/>
              <a:t>20/10/2025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DABB2-FF48-4370-DC33-D69A6711B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8008D-A165-1BA5-002A-A434B7690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149EA-DCD0-418A-826B-E0AE8DD6E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95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0D685B-61C5-99A4-970F-A5CD354CA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06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ABDB6C-597F-59B0-596F-2DF92FB7C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04931"/>
            <a:ext cx="11527436" cy="658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6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1F9EC2-2067-C427-0973-D631E8625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10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0208DC-B649-483C-B07D-9769B4DA8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81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A1FB59-4C5F-D9CC-1D73-014F238A6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820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004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C32792-964A-DE5A-E26F-7EA71C67A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85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16DB49-0339-CCB3-C6B8-7FE03DEAF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897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D548D3-F944-3EF7-DDEE-5F3C372EC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03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5B90A5-1046-707D-B7A1-A2962EC29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96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023461-5039-EDB2-048C-0A1A1A560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58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37ED7D-9C3D-E53C-F7D6-15F48FDCC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26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57B922-BC59-8F22-541A-C9EED4BBC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7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03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patil harshavardhan reddy</dc:creator>
  <cp:lastModifiedBy>patil harshavardhan reddy</cp:lastModifiedBy>
  <cp:revision>1</cp:revision>
  <dcterms:created xsi:type="dcterms:W3CDTF">2025-10-20T12:33:56Z</dcterms:created>
  <dcterms:modified xsi:type="dcterms:W3CDTF">2025-10-20T12:33:56Z</dcterms:modified>
</cp:coreProperties>
</file>